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10" y="14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211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KEMZOBO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Website Development Quote</a:t>
            </a:r>
            <a:endParaRPr lang="en-US" sz="26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&amp; Retainer Agreement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2743200" cy="36576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by: Concepts WebCraft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for: Kemi Itayemi — KEMZOBO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Date: March 28, 2026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 for: 30 Days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conceptswebcraft.com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 e-commerce platform — not a template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23 pages (public, auth, customer, admin)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Full shopping cart + Stripe Elements checkout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Product variant system (Single, 6-Pack, Case of 24)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Dynamic bulk pricing with live discount feedback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Wholesale inquiry portal with admin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Inventory management with low-stock alerts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Email system (order confirmations, password resets)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Newsletter / email capture 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423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Admin dashboard (products, orders, wholesale, customers, messages)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926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Custom brand design system (Playfair Display + DM Sans)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3429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Mobile-first responsive 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931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SEO setup (meta tags, JSON-LD structured data)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434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Social proof / testimonials section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4937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Micro-interactions (hover effects, scroll animations)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Enterprise-grade infrastructure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19, TypeScript, Tailwind CSS v4, Framer Motion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Express.js, tRPC v11 (30+ type-safe API endpoints)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TiDB Cloud (MySQL), Drizzle ORM, 9 tables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3474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Stripe Elements + Webhooks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Brevo (transactional emails)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 + httpOnly cookies, scrypt password hashing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12064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5120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Railway (target deployment)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Project Investment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320040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Custom E-Commerce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 pages • 30+ API endpoints • 9 database tables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$1,800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Stripe payments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41148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Product variants + inventory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43891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Wholesale portal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46634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Admin dashboard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49377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Email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52120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Newsletter capture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54864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1 year hosting + domain FREE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57607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SSL certificate FREE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Payment Options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2423160"/>
            <a:ext cx="4846320" cy="1188720"/>
          </a:xfrm>
          <a:prstGeom prst="roundRect">
            <a:avLst>
              <a:gd name="adj" fmla="val 7692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2560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 A: Two Payments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926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80% upfront ($1440)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20% on launch ($360)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84048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0" y="3931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 B: Three Payments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42976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Deposit: $800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homepage approved: $600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launch: $400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Monthly Retainer Plans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Ongoing support, updates, and growth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Essential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$50/mo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Hosting &amp; domain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584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SSL certificate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9684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Uptime monitoring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Security updates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736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Up to 3 content changes/mo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5120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48hr email support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5504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Monthly backup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182880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Growth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$150/mo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Everything in Essential +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3584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Priority 24hr support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39684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Unlimited content updates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43525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Monthly analytics report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4736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SEO monitoring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5120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4 hrs/mo new features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5504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2 email campaigns/mo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182880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Premium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50392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$300/mo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503920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Everything in Growth +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03920" y="3584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Same-day support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03920" y="39684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10 hrs/mo new features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03920" y="43525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A/B testing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03920" y="4736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Advanced analytics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03920" y="5120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Multi-channel sync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03920" y="5504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Loyalty/subscription setup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Future Add-Ons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Available anytime as your business grows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 / Auto-Reorder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0" y="1828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67712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2677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Loyalty &amp; Rewards Program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0" y="226771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$400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06624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270662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Locator (Google Maps)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0" y="2706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$250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45536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31455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Reviews &amp; Ratings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31455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$300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584448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58444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 Codes &amp; Flash Sales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35844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40233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SMS Order Updates (Twilio)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4023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$300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62272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446227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Blog / Content Hub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0" y="44622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$350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901184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97280" y="490118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Wholesale Customer Portal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49011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340096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97280" y="534009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Progressive Web App (PWA)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0" y="53400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$400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5779008"/>
            <a:ext cx="10515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97280" y="577900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Analytics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0" y="57790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$350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Timeline to Launch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15568" y="2560320"/>
            <a:ext cx="54864" cy="32004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2331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platform built and functional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F7F7F7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15568" y="3383280"/>
            <a:ext cx="54864" cy="32004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Review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Week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Feedback, content swaps, copy refinements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749040"/>
            <a:ext cx="457200" cy="457200"/>
          </a:xfrm>
          <a:prstGeom prst="ellipse">
            <a:avLst/>
          </a:prstGeom>
          <a:solidFill>
            <a:srgbClr val="F7F7F7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15568" y="4206240"/>
            <a:ext cx="54864" cy="32004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288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Stripe Setup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1-2 Days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live Stripe keys, test payments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572000"/>
            <a:ext cx="457200" cy="457200"/>
          </a:xfrm>
          <a:prstGeom prst="ellipse">
            <a:avLst/>
          </a:prstGeom>
          <a:solidFill>
            <a:srgbClr val="F7F7F7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15568" y="5029200"/>
            <a:ext cx="54864" cy="32004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28800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Day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2880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Railway hosting, kemzobo.com domain connection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5394960"/>
            <a:ext cx="457200" cy="4572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0" y="5303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82880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Site live at kemzobo.com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2011680"/>
            <a:ext cx="4572000" cy="2286000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2320" y="22860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Ready to Launch</a:t>
            </a:r>
            <a:endParaRPr lang="en-US" sz="24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Within 2 Weeks</a:t>
            </a:r>
            <a:endParaRPr lang="en-US" sz="24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of Approval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 Review this quote and select payment option (A or B)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 Select a retainer plan (Essential, Growth, or Premium)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 Sign and return this agreement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 Provide deposit to begin the launch process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  Provide Stripe live keys and remaining assets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  We launch 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Concepts WebCraft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hello@conceptswebcraft.com  •  conceptswebcraft.com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658</Words>
  <Application>Microsoft Office PowerPoint</Application>
  <PresentationFormat>Custom</PresentationFormat>
  <Paragraphs>152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DM Sans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KEMZOBO — Website Development Quote</dc:title>
  <dc:subject>PptxGenJS Presentation</dc:subject>
  <dc:creator>Concepts WebCraft</dc:creator>
  <cp:lastModifiedBy>Temi Alade</cp:lastModifiedBy>
  <cp:revision>2</cp:revision>
  <dcterms:created xsi:type="dcterms:W3CDTF">2026-03-28T14:17:35Z</dcterms:created>
  <dcterms:modified xsi:type="dcterms:W3CDTF">2026-03-28T16:13:26Z</dcterms:modified>
</cp:coreProperties>
</file>