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1C1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INVOICE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Invoice #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INV-KEMZOBO-001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685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685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March 28,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Upon Receipt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20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Concepts WebCraft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 Alade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hello@conceptswebcraft.com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BILL 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Kemi Itayemi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/ Hydrate Nation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hydrate-nation@outlook.com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(240) 409-2814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703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KEMZOBO — Custom E-Commerce Website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Deposit Payment (Payment 1 of 3, Option C)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23 pages, Stripe payments, admin dashboard, wholesale portal, brand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$1,000.00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4754880"/>
            <a:ext cx="3108960" cy="4572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DUE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754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$1,000.00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520" y="53949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7F7F7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 via Zelle: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926080" y="548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temitop@gmail.com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5806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Memo: "KEMZOBO Deposit — INV-KEMZOBO-001"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for your business!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KEMZOBO — Invoice #001</dc:title>
  <dc:subject>PptxGenJS Presentation</dc:subject>
  <dc:creator>PptxGenJS</dc:creator>
  <cp:lastModifiedBy>PptxGenJS</cp:lastModifiedBy>
  <cp:revision>1</cp:revision>
  <dcterms:created xsi:type="dcterms:W3CDTF">2026-03-28T20:38:10Z</dcterms:created>
  <dcterms:modified xsi:type="dcterms:W3CDTF">2026-03-28T20:38:10Z</dcterms:modified>
</cp:coreProperties>
</file>