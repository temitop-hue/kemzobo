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91C1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INVOICE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Invoice #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9808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INV-KEMZOBO-001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0" y="685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685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March 28,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0" y="1005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0" y="1005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Upon Receipt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0" y="1325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Status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98080" y="1325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19202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Concepts WebCraft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Temitope Itayemi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hello@conceptswebcraft.com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BILL TO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19202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Kemi Itayemi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KEMZOBO / Hydrate Nation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hydrate-nation@outlook.com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(240) 409-2814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200400"/>
            <a:ext cx="7680960" cy="411480"/>
          </a:xfrm>
          <a:prstGeom prst="roundRect">
            <a:avLst>
              <a:gd name="adj" fmla="val 11111"/>
            </a:avLst>
          </a:prstGeom>
          <a:solidFill>
            <a:srgbClr val="111111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2004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32004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Amount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657600"/>
            <a:ext cx="7680960" cy="91440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7033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KEMZOBO — Custom E-Commerce Website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Deposit Payment (Payment 1 of 3, Option C)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23 pages, Stripe payments, admin dashboard, wholesale portal, brand design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0" y="36576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$1,000.00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303520" y="4754880"/>
            <a:ext cx="3108960" cy="4572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0" y="4754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AMOUNT DUE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4754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$1,000.00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31520" y="539496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F7F7F7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5486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Pay via Zelle: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926080" y="5486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temitop@gmail.com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" y="5806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Memo: "KEMZOBO Deposit — INV-KEMZOBO-001"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Thank you for your business!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KEMZOBO — Invoice #001</dc:title>
  <dc:subject>PptxGenJS Presentation</dc:subject>
  <dc:creator>PptxGenJS</dc:creator>
  <cp:lastModifiedBy>PptxGenJS</cp:lastModifiedBy>
  <cp:revision>1</cp:revision>
  <dcterms:created xsi:type="dcterms:W3CDTF">2026-03-28T20:13:21Z</dcterms:created>
  <dcterms:modified xsi:type="dcterms:W3CDTF">2026-03-28T20:13:21Z</dcterms:modified>
</cp:coreProperties>
</file>