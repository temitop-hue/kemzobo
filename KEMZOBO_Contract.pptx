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Website Development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Agreement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KEMZOBO — THE ORIGINAL ZOBO DRINK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Agreement 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CW-KEMZOBO-2026-001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March 28,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Kemi Itayemi — KEMZOBO / Hydrate Nation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Temitope Itayemi — Concepts WebCraft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Scope of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23 custom pages (public, auth, customer, admin)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Full e-commerce: cart, Stripe checkout, order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653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Product variant system (Single Can, 6-Pack, Case of 24)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49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Dynamic bulk pricing with live discount display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334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Inventory management with low-stock alerts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Wholesale inquiry portal with admin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Email/password authentication + password reset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856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Brevo email system (order confirmations, resets)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1696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Newsletter / email capture with subscriber 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5537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Admin dashboard (6 panels: products, orders, wholesale, customers, messages, stats)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Custom brand design aligned with campaign brief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3218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Mobile-first responsive, SEO optimized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70585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1 year FREE hosting (Railway) + domain + SSL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Payment Terms — Option 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4114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signing this agreement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691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$1,000.00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48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Milestone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homepage is reviewed &amp; approved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$400.00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606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Payment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06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site launch at kemzobo.com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606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$400.00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Project Fee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$1,800.00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Payment Method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1520" y="44805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to: temitop@gmail.com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Memo: "KEMZOBO"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Monthly Retainer — Starter Plan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6035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$50/month — Hosting, domain, SSL, security updates, bug fixes, up to 2 content changes/mo, email support. Starts the month after launch. Can scale up anytime.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Terms &amp; Conditions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 Work commences upon receipt of the $1,000.00 deposit.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49961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 Client will review and provide feedback within 7 business days of each milestone notification.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 Final payment is due before the site is deployed to the live domain (kemzobo.com).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 Upon full payment ($1,800.00), the Client owns all website code, content, and design files.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7066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  The Developer retains the right to display this project in the Concepts WebCraft portfolio.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  All payments are non-refundable for completed work.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  Additional features beyond the defined scope will be quoted separately.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9136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8.  Third-party services (Stripe, Railway, Brevo) are subject to their own terms and pricing.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3159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9.  Hosting renewal: $120/year after the first free year. Domain renewal: $15/year.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718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10.  Monthly retainer can be cancelled with 30 days written notice by either party.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5120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11.  Strategy consulting (discussions &amp; planning) is included. Implementation is scoped separately.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55229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  This agreement constitutes the entire understanding. Amendments require written consent from both parties.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Signatures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signing below, both parties agree to the terms and conditions outlined in this agreement.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Kemi Itayemi — KEMZOBO / Hydrate 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hydrate-nation@outlook.com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Signature: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383280"/>
            <a:ext cx="3657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3931920"/>
            <a:ext cx="22860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Temitope Itayemi — Concepts WebCraft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hello@conceptswebcraft.com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Signature: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6035040"/>
            <a:ext cx="3657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6492240"/>
            <a:ext cx="2286000" cy="18288"/>
          </a:xfrm>
          <a:prstGeom prst="rect">
            <a:avLst/>
          </a:prstGeom>
          <a:solidFill>
            <a:srgbClr val="E5E5E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KEMZOBO — Service Agreement</dc:title>
  <dc:subject>PptxGenJS Presentation</dc:subject>
  <dc:creator>PptxGenJS</dc:creator>
  <cp:lastModifiedBy>PptxGenJS</cp:lastModifiedBy>
  <cp:revision>1</cp:revision>
  <dcterms:created xsi:type="dcterms:W3CDTF">2026-03-28T20:13:21Z</dcterms:created>
  <dcterms:modified xsi:type="dcterms:W3CDTF">2026-03-28T20:13:21Z</dcterms:modified>
</cp:coreProperties>
</file>