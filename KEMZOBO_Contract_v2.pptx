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Website Development</a:t>
            </a:r>
            <a:endParaRPr lang="en-US" sz="38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Agreement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KEMZOBO — THE ORIGINAL ZOBO DRINK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828800" cy="36576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023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Agreement #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CW-KEMZOBO-2026-001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March 28,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846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Kemi Itayemi — KEMZOBO / Hydrate Nation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257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5257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Temi Alade — Concepts WebCraft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Scope of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23 custom pages (public, auth, customer, admin)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Full e-commerce: cart, Stripe checkout, order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6537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Product variant system (Single Can, 6-Pack, Case of 24)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4942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Dynamic bulk pricing with live discount display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334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Inventory management with low-stock alerts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Wholesale inquiry portal with admin 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4015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Email/password authentication + password reset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8561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Brevo email system (order confirmations, resets)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16966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Newsletter / email capture with subscriber database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55371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Admin dashboard (6 panels: products, orders, wholesale, customers, messages, stats)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Custom brand design aligned with campaign brief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32180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Mobile-first responsive, SEO optimized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70585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1 year FREE hosting + domain + SSL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Payment Terms — Option 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45720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2608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Milestone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0" y="1188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Amount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7680960" cy="41148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91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Deposit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1691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signing this agreement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16916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$1,000.00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76809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148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Milestone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2148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After homepage is reviewed &amp; approved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148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$400.00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606040"/>
            <a:ext cx="7680960" cy="41148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606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 Payment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2606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site launch at kemzobo.com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606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$400.00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Project Fee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$1,800.00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Payment Method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31520" y="448056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572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Zelle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4937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 to: temitop@gmail.com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4937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Memo: "KEMZOBO"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5669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Monthly Retainer — Essential Plan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1520" y="6035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$150/month — Hosting, domain, SSL, monitoring, security updates, bug fixes, up to 3 content changes/mo, 48hr email support, monthly backups. Starts the month after launch.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Terms &amp; Conditions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 Work commences upon receipt of the $1,000.00 deposit.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149961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 Client will review and provide feedback within 7 business days of each milestone notification.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90195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 Final payment is due before the site is deployed to the live domain (kemzobo.com).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3042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  Upon full payment ($1,800.00), the Client owns all website code, content, and design files.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70662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5.  The Developer retains the right to display this project in the Concepts WebCraft portfolio.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6.  All payments are non-refundable for completed work.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351129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7.  Additional features beyond the defined scope will be quoted separately.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91363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8.  Third-party services (Stripe, cloud hosting, Brevo) are subject to their own terms and pricing.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431596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9.  Hosting renewal: $120/year after the first free year. Domain renewal: $15/year.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471830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10.  Monthly retainer can be cancelled with 30 days written notice by either party.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5120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11.  Strategy consulting (discussions &amp; planning) is included. Implementation is scoped separately.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552297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12.  This agreement constitutes the entire understanding. Amendments require written consent from both parties.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Signatures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signing below, both parties agree to the terms and conditions outlined in this agreement.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Kemi Itayemi — KEMZOBO / Hydrate Nation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hydrate-nation@outlook.com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Signature: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3383280"/>
            <a:ext cx="3657600" cy="1828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3931920"/>
            <a:ext cx="2286000" cy="1828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5120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Temi Alade — Concepts WebCraft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440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hello@conceptswebcraft.com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5943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Signature: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03120" y="6035040"/>
            <a:ext cx="3657600" cy="1828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03120" y="6492240"/>
            <a:ext cx="2286000" cy="18288"/>
          </a:xfrm>
          <a:prstGeom prst="rect">
            <a:avLst/>
          </a:prstGeom>
          <a:solidFill>
            <a:srgbClr val="E5E5E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KEMZOBO — Service Agreement</dc:title>
  <dc:subject>PptxGenJS Presentation</dc:subject>
  <dc:creator>PptxGenJS</dc:creator>
  <cp:lastModifiedBy>PptxGenJS</cp:lastModifiedBy>
  <cp:revision>1</cp:revision>
  <dcterms:created xsi:type="dcterms:W3CDTF">2026-03-28T20:38:10Z</dcterms:created>
  <dcterms:modified xsi:type="dcterms:W3CDTF">2026-03-28T20:38:10Z</dcterms:modified>
</cp:coreProperties>
</file>